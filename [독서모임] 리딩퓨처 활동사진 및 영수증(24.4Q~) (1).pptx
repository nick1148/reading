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9" r:id="rId1"/>
    <p:sldMasterId id="2147483748" r:id="rId2"/>
  </p:sldMasterIdLst>
  <p:notesMasterIdLst>
    <p:notesMasterId r:id="rId13"/>
  </p:notesMasterIdLst>
  <p:handoutMasterIdLst>
    <p:handoutMasterId r:id="rId14"/>
  </p:handoutMasterIdLst>
  <p:sldIdLst>
    <p:sldId id="7292" r:id="rId3"/>
    <p:sldId id="7293" r:id="rId4"/>
    <p:sldId id="7290" r:id="rId5"/>
    <p:sldId id="7291" r:id="rId6"/>
    <p:sldId id="7288" r:id="rId7"/>
    <p:sldId id="7289" r:id="rId8"/>
    <p:sldId id="7286" r:id="rId9"/>
    <p:sldId id="7287" r:id="rId10"/>
    <p:sldId id="7285" r:id="rId11"/>
    <p:sldId id="7283" r:id="rId12"/>
  </p:sldIdLst>
  <p:sldSz cx="9906000" cy="6858000" type="A4"/>
  <p:notesSz cx="6735763" cy="98663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9pPr>
  </p:defaultTextStyle>
  <p:extLst>
    <p:ext uri="{521415D9-36F7-43E2-AB2F-B90AF26B5E84}">
      <p14:sectionLst xmlns:p14="http://schemas.microsoft.com/office/powerpoint/2010/main">
        <p14:section name="'25.4Q" id="{40D1A842-61B6-432F-B531-EE2A17E5B083}">
          <p14:sldIdLst>
            <p14:sldId id="7292"/>
            <p14:sldId id="7293"/>
          </p14:sldIdLst>
        </p14:section>
        <p14:section name="'25.3Q" id="{0109CA1C-8A85-42C9-AEB2-718C039F1CE1}">
          <p14:sldIdLst>
            <p14:sldId id="7290"/>
            <p14:sldId id="7291"/>
          </p14:sldIdLst>
        </p14:section>
        <p14:section name="'25.2Q" id="{748BF69E-FA4D-4343-8E02-D6172615FCC5}">
          <p14:sldIdLst>
            <p14:sldId id="7288"/>
            <p14:sldId id="7289"/>
          </p14:sldIdLst>
        </p14:section>
        <p14:section name="25.1Q" id="{9F09B82A-DAE3-4B1B-94B1-15A508DCBBF9}">
          <p14:sldIdLst>
            <p14:sldId id="7286"/>
            <p14:sldId id="7287"/>
          </p14:sldIdLst>
        </p14:section>
        <p14:section name="24.4Q" id="{918C34C7-11F5-4365-9037-4C6C419F7DC2}">
          <p14:sldIdLst>
            <p14:sldId id="7285"/>
            <p14:sldId id="7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  <a:srgbClr val="6691C6"/>
    <a:srgbClr val="D2E5EA"/>
    <a:srgbClr val="33CC33"/>
    <a:srgbClr val="0000CC"/>
    <a:srgbClr val="C00000"/>
    <a:srgbClr val="DCE6F2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60" autoAdjust="0"/>
    <p:restoredTop sz="96370" autoAdjust="0"/>
  </p:normalViewPr>
  <p:slideViewPr>
    <p:cSldViewPr>
      <p:cViewPr>
        <p:scale>
          <a:sx n="100" d="100"/>
          <a:sy n="100" d="100"/>
        </p:scale>
        <p:origin x="1632" y="522"/>
      </p:cViewPr>
      <p:guideLst>
        <p:guide orient="horz" pos="2160"/>
        <p:guide pos="3120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40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75C5D9E-9AAC-4F25-93E5-2186165685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8B2B93-1EC6-42A4-82D2-CCEF0AB3E4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F14AA-52C4-4656-8A1E-4F6D3F4627C2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FDDF98-AF00-48EE-A2B3-E2999EE955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150AB2-5D02-41DB-B705-CF10EF3CB2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1DB53-2015-49C0-AA6D-9C418818F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6176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611E7-E1B9-4FDE-9195-39B62DAE9C19}" type="datetimeFigureOut">
              <a:rPr lang="ko-KR" altLang="en-US" smtClean="0"/>
              <a:t>2026-01-02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1881C-2660-46F2-9163-7E32FCB7FF2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4130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7D05AF-738B-4D18-9095-F6812A3045A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6662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7D05AF-738B-4D18-9095-F6812A3045A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7234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7D05AF-738B-4D18-9095-F6812A3045A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2598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7D05AF-738B-4D18-9095-F6812A3045A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5535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7D05AF-738B-4D18-9095-F6812A3045A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895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1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299" y="6356424"/>
            <a:ext cx="23114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63" y="6356424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45288" y="188681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641F7C93-62DD-4BF7-9E90-9D266EFBBBF1}" type="slidenum">
              <a:rPr lang="ko-KR" altLang="en-US" smtClean="0">
                <a:solidFill>
                  <a:prstClr val="white"/>
                </a:solidFill>
              </a:rPr>
              <a:pPr/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906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553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79" y="2130498"/>
            <a:ext cx="8420101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13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299" y="635642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63" y="6356423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45288" y="10756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1F7C93-62DD-4BF7-9E90-9D266EFBBBF1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571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1" y="1600206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299" y="6356423"/>
            <a:ext cx="23114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63" y="6356423"/>
            <a:ext cx="31369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45288" y="10756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1F7C93-62DD-4BF7-9E90-9D266EFBBBF1}" type="slidenum">
              <a: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329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Picture 1" descr="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-750"/>
            <a:ext cx="9906001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85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jpe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D4078957-CD6A-46E2-BE83-106B2CD75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45288" y="188676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641F7C93-62DD-4BF7-9E90-9D266EFBBBF1}" type="slidenum">
              <a:rPr lang="ko-KR" altLang="en-US" smtClean="0">
                <a:solidFill>
                  <a:prstClr val="white"/>
                </a:solidFill>
              </a:rPr>
              <a:pPr/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4" name="Picture 2" descr="B3">
            <a:extLst>
              <a:ext uri="{FF2B5EF4-FFF2-40B4-BE49-F238E27FC236}">
                <a16:creationId xmlns:a16="http://schemas.microsoft.com/office/drawing/2014/main" id="{0FD68CC7-5D01-4C4E-9F70-C1E65CC982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/>
          <a:srcRect b="88292"/>
          <a:stretch>
            <a:fillRect/>
          </a:stretch>
        </p:blipFill>
        <p:spPr bwMode="auto">
          <a:xfrm flipH="1" flipV="1">
            <a:off x="4" y="-3175"/>
            <a:ext cx="9905995" cy="6238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59979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5" r:id="rId2"/>
  </p:sldLayoutIdLst>
  <p:hf hdr="0" ftr="0" dt="0"/>
  <p:txStyles>
    <p:titleStyle>
      <a:lvl1pPr algn="ctr" defTabSz="633039" rtl="0" eaLnBrk="1" latinLnBrk="1" hangingPunct="1">
        <a:spcBef>
          <a:spcPct val="0"/>
        </a:spcBef>
        <a:buNone/>
        <a:defRPr sz="30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7390" indent="-237390" algn="l" defTabSz="633039" rtl="0" eaLnBrk="1" latinLnBrk="1" hangingPunct="1">
        <a:spcBef>
          <a:spcPct val="20000"/>
        </a:spcBef>
        <a:buFont typeface="Arial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14344" indent="-197825" algn="l" defTabSz="633039" rtl="0" eaLnBrk="1" latinLnBrk="1" hangingPunct="1">
        <a:spcBef>
          <a:spcPct val="20000"/>
        </a:spcBef>
        <a:buFont typeface="Arial" pitchFamily="34" charset="0"/>
        <a:buChar char="–"/>
        <a:defRPr sz="1938" kern="1200">
          <a:solidFill>
            <a:schemeClr val="tx1"/>
          </a:solidFill>
          <a:latin typeface="+mn-lt"/>
          <a:ea typeface="+mn-ea"/>
          <a:cs typeface="+mn-cs"/>
        </a:defRPr>
      </a:lvl2pPr>
      <a:lvl3pPr marL="791299" indent="-158260" algn="l" defTabSz="633039" rtl="0" eaLnBrk="1" latinLnBrk="1" hangingPunct="1">
        <a:spcBef>
          <a:spcPct val="20000"/>
        </a:spcBef>
        <a:buFont typeface="Arial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107818" indent="-158260" algn="l" defTabSz="633039" rtl="0" eaLnBrk="1" latinLnBrk="1" hangingPunct="1">
        <a:spcBef>
          <a:spcPct val="20000"/>
        </a:spcBef>
        <a:buFont typeface="Arial" pitchFamily="34" charset="0"/>
        <a:buChar char="–"/>
        <a:defRPr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24338" indent="-158260" algn="l" defTabSz="633039" rtl="0" eaLnBrk="1" latinLnBrk="1" hangingPunct="1">
        <a:spcBef>
          <a:spcPct val="20000"/>
        </a:spcBef>
        <a:buFont typeface="Arial" pitchFamily="34" charset="0"/>
        <a:buChar char="»"/>
        <a:defRPr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40858" indent="-158260" algn="l" defTabSz="633039" rtl="0" eaLnBrk="1" latinLnBrk="1" hangingPunct="1">
        <a:spcBef>
          <a:spcPct val="20000"/>
        </a:spcBef>
        <a:buFont typeface="Arial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7" indent="-158260" algn="l" defTabSz="633039" rtl="0" eaLnBrk="1" latinLnBrk="1" hangingPunct="1">
        <a:spcBef>
          <a:spcPct val="20000"/>
        </a:spcBef>
        <a:buFont typeface="Arial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373897" indent="-158260" algn="l" defTabSz="633039" rtl="0" eaLnBrk="1" latinLnBrk="1" hangingPunct="1">
        <a:spcBef>
          <a:spcPct val="20000"/>
        </a:spcBef>
        <a:buFont typeface="Arial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690416" indent="-158260" algn="l" defTabSz="633039" rtl="0" eaLnBrk="1" latinLnBrk="1" hangingPunct="1">
        <a:spcBef>
          <a:spcPct val="20000"/>
        </a:spcBef>
        <a:buFont typeface="Arial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1pPr>
      <a:lvl2pPr marL="316520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2pPr>
      <a:lvl3pPr marL="633039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3pPr>
      <a:lvl4pPr marL="949559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4pPr>
      <a:lvl5pPr marL="1266078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5pPr>
      <a:lvl6pPr marL="1582598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6pPr>
      <a:lvl7pPr marL="1899117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7pPr>
      <a:lvl8pPr marL="2215637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8pPr>
      <a:lvl9pPr marL="2532156" algn="l" defTabSz="633039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02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4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825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9C8EA3B-BD82-4CA4-8891-DB3B388B5779}"/>
              </a:ext>
            </a:extLst>
          </p:cNvPr>
          <p:cNvSpPr/>
          <p:nvPr/>
        </p:nvSpPr>
        <p:spPr>
          <a:xfrm>
            <a:off x="-243" y="94052"/>
            <a:ext cx="7405579" cy="453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‘25.4Q </a:t>
            </a:r>
            <a:r>
              <a:rPr kumimoji="1" lang="ko-KR" altLang="en-US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리딩퓨처 활동 사진</a:t>
            </a:r>
            <a:endParaRPr kumimoji="0" lang="en-US" altLang="ko-KR" sz="235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74CAA3-4EAD-4BA4-9810-7914EAB9D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471"/>
            <a:ext cx="9906000" cy="55870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ABBFF7-ADB4-40D5-A2CB-0B9921D34235}"/>
              </a:ext>
            </a:extLst>
          </p:cNvPr>
          <p:cNvSpPr txBox="1"/>
          <p:nvPr/>
        </p:nvSpPr>
        <p:spPr>
          <a:xfrm>
            <a:off x="200472" y="6310280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’25.4Q: </a:t>
            </a:r>
            <a:r>
              <a:rPr lang="ko-KR" altLang="en-US"/>
              <a:t>각자선택</a:t>
            </a:r>
          </a:p>
        </p:txBody>
      </p:sp>
    </p:spTree>
    <p:extLst>
      <p:ext uri="{BB962C8B-B14F-4D97-AF65-F5344CB8AC3E}">
        <p14:creationId xmlns:p14="http://schemas.microsoft.com/office/powerpoint/2010/main" val="253854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D891ADA-40A8-44C1-8F8F-D264C56950F6}"/>
              </a:ext>
            </a:extLst>
          </p:cNvPr>
          <p:cNvSpPr/>
          <p:nvPr/>
        </p:nvSpPr>
        <p:spPr>
          <a:xfrm>
            <a:off x="-243" y="94052"/>
            <a:ext cx="7405579" cy="453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‘25.4Q </a:t>
            </a:r>
            <a:r>
              <a:rPr kumimoji="1" lang="ko-KR" altLang="en-US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리딩퓨처 영수증</a:t>
            </a:r>
            <a:endParaRPr kumimoji="0" lang="en-US" altLang="ko-KR" sz="235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E8C9440B-B6EC-428A-9340-1C5D9925E7F2}"/>
              </a:ext>
            </a:extLst>
          </p:cNvPr>
          <p:cNvSpPr txBox="1"/>
          <p:nvPr/>
        </p:nvSpPr>
        <p:spPr>
          <a:xfrm>
            <a:off x="560512" y="762565"/>
            <a:ext cx="9444416" cy="362179"/>
          </a:xfrm>
          <a:prstGeom prst="rect">
            <a:avLst/>
          </a:prstGeom>
          <a:noFill/>
        </p:spPr>
        <p:txBody>
          <a:bodyPr wrap="square" lIns="53876" tIns="26938" rIns="53876" bIns="26938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>
              <a:spcBef>
                <a:spcPts val="355"/>
              </a:spcBef>
              <a:defRPr/>
            </a:pPr>
            <a:r>
              <a:rPr lang="ko-KR" altLang="en-US" sz="2000" b="1">
                <a:latin typeface="+mn-ea"/>
                <a:ea typeface="+mn-ea"/>
              </a:rPr>
              <a:t>사용금액 합계</a:t>
            </a:r>
            <a:r>
              <a:rPr lang="en-US" altLang="ko-KR" sz="2000" b="1">
                <a:latin typeface="+mn-ea"/>
                <a:ea typeface="+mn-ea"/>
              </a:rPr>
              <a:t>: 210,000</a:t>
            </a:r>
            <a:r>
              <a:rPr lang="ko-KR" altLang="en-US" sz="2000" b="1">
                <a:latin typeface="+mn-ea"/>
                <a:ea typeface="+mn-ea"/>
              </a:rPr>
              <a:t>원 초과</a:t>
            </a:r>
            <a:endParaRPr lang="en-US" altLang="ko-KR" sz="20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0" name="그룹 146">
            <a:extLst>
              <a:ext uri="{FF2B5EF4-FFF2-40B4-BE49-F238E27FC236}">
                <a16:creationId xmlns:a16="http://schemas.microsoft.com/office/drawing/2014/main" id="{63E1E6AD-F610-4CF2-8181-37A8BF15A6D0}"/>
              </a:ext>
            </a:extLst>
          </p:cNvPr>
          <p:cNvGrpSpPr/>
          <p:nvPr/>
        </p:nvGrpSpPr>
        <p:grpSpPr>
          <a:xfrm>
            <a:off x="200472" y="763327"/>
            <a:ext cx="360040" cy="362179"/>
            <a:chOff x="272486" y="1305522"/>
            <a:chExt cx="292100" cy="292100"/>
          </a:xfrm>
        </p:grpSpPr>
        <p:pic>
          <p:nvPicPr>
            <p:cNvPr id="11" name="Picture 17" descr="shadow_1_m">
              <a:extLst>
                <a:ext uri="{FF2B5EF4-FFF2-40B4-BE49-F238E27FC236}">
                  <a16:creationId xmlns:a16="http://schemas.microsoft.com/office/drawing/2014/main" id="{BB63C75A-4F97-4D2E-80A8-4146E6CDFC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10800000" flipV="1">
              <a:off x="272486" y="1305522"/>
              <a:ext cx="292100" cy="292100"/>
            </a:xfrm>
            <a:prstGeom prst="rect">
              <a:avLst/>
            </a:prstGeom>
            <a:noFill/>
          </p:spPr>
        </p:pic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1FBB83A2-8943-4CE6-9E36-63847006423F}"/>
                </a:ext>
              </a:extLst>
            </p:cNvPr>
            <p:cNvSpPr>
              <a:spLocks noChangeArrowheads="1"/>
            </p:cNvSpPr>
            <p:nvPr/>
          </p:nvSpPr>
          <p:spPr bwMode="gray">
            <a:xfrm rot="10723978" flipH="1" flipV="1">
              <a:off x="320351" y="1353387"/>
              <a:ext cx="196370" cy="19514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5875" algn="ctr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87769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97" b="1" i="0" u="none" strike="noStrike" kern="0" cap="none" spc="-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3" name="Picture 20" descr="Picture2">
              <a:extLst>
                <a:ext uri="{FF2B5EF4-FFF2-40B4-BE49-F238E27FC236}">
                  <a16:creationId xmlns:a16="http://schemas.microsoft.com/office/drawing/2014/main" id="{6918A9D3-4D3F-4501-9C87-E856B33C74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lum contrast="6000"/>
            </a:blip>
            <a:srcRect/>
            <a:stretch>
              <a:fillRect/>
            </a:stretch>
          </p:blipFill>
          <p:spPr bwMode="gray">
            <a:xfrm rot="10800000" flipV="1">
              <a:off x="348579" y="1366985"/>
              <a:ext cx="138686" cy="63820"/>
            </a:xfrm>
            <a:prstGeom prst="rect">
              <a:avLst/>
            </a:prstGeom>
            <a:noFill/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A3714E35-CF65-4D12-A18D-BE2693233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26" y="1268760"/>
            <a:ext cx="2756557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2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9C8EA3B-BD82-4CA4-8891-DB3B388B5779}"/>
              </a:ext>
            </a:extLst>
          </p:cNvPr>
          <p:cNvSpPr/>
          <p:nvPr/>
        </p:nvSpPr>
        <p:spPr>
          <a:xfrm>
            <a:off x="-243" y="94052"/>
            <a:ext cx="7405579" cy="453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‘25.3Q </a:t>
            </a:r>
            <a:r>
              <a:rPr kumimoji="1" lang="ko-KR" altLang="en-US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리딩퓨처 활동 사진</a:t>
            </a:r>
            <a:endParaRPr kumimoji="0" lang="en-US" altLang="ko-KR" sz="235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7DA304F-CA3F-42A2-A0CA-4A6C5C0E1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59" y="764703"/>
            <a:ext cx="5152400" cy="373669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61BB6-1F16-4BBF-9F52-DA6844440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080" y="1660699"/>
            <a:ext cx="3744416" cy="28406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2EC010-BD74-43DA-90EA-C0D71E419B55}"/>
              </a:ext>
            </a:extLst>
          </p:cNvPr>
          <p:cNvSpPr txBox="1"/>
          <p:nvPr/>
        </p:nvSpPr>
        <p:spPr>
          <a:xfrm>
            <a:off x="488504" y="5731650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’25.3Q:</a:t>
            </a:r>
            <a:r>
              <a:rPr lang="ko-KR" altLang="en-US"/>
              <a:t>어느 작가의 오후</a:t>
            </a:r>
          </a:p>
        </p:txBody>
      </p:sp>
    </p:spTree>
    <p:extLst>
      <p:ext uri="{BB962C8B-B14F-4D97-AF65-F5344CB8AC3E}">
        <p14:creationId xmlns:p14="http://schemas.microsoft.com/office/powerpoint/2010/main" val="2170822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D891ADA-40A8-44C1-8F8F-D264C56950F6}"/>
              </a:ext>
            </a:extLst>
          </p:cNvPr>
          <p:cNvSpPr/>
          <p:nvPr/>
        </p:nvSpPr>
        <p:spPr>
          <a:xfrm>
            <a:off x="-243" y="94052"/>
            <a:ext cx="7405579" cy="453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‘25.3Q </a:t>
            </a:r>
            <a:r>
              <a:rPr kumimoji="1" lang="ko-KR" altLang="en-US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리딩퓨처 영수증</a:t>
            </a:r>
            <a:endParaRPr kumimoji="0" lang="en-US" altLang="ko-KR" sz="235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E8C9440B-B6EC-428A-9340-1C5D9925E7F2}"/>
              </a:ext>
            </a:extLst>
          </p:cNvPr>
          <p:cNvSpPr txBox="1"/>
          <p:nvPr/>
        </p:nvSpPr>
        <p:spPr>
          <a:xfrm>
            <a:off x="560512" y="762565"/>
            <a:ext cx="9444416" cy="362179"/>
          </a:xfrm>
          <a:prstGeom prst="rect">
            <a:avLst/>
          </a:prstGeom>
          <a:noFill/>
        </p:spPr>
        <p:txBody>
          <a:bodyPr wrap="square" lIns="53876" tIns="26938" rIns="53876" bIns="26938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>
              <a:spcBef>
                <a:spcPts val="355"/>
              </a:spcBef>
              <a:defRPr/>
            </a:pPr>
            <a:r>
              <a:rPr lang="ko-KR" altLang="en-US" sz="2000" b="1">
                <a:latin typeface="+mn-ea"/>
                <a:ea typeface="+mn-ea"/>
              </a:rPr>
              <a:t>사용금액 합계</a:t>
            </a:r>
            <a:r>
              <a:rPr lang="en-US" altLang="ko-KR" sz="2000" b="1">
                <a:latin typeface="+mn-ea"/>
                <a:ea typeface="+mn-ea"/>
              </a:rPr>
              <a:t>: 180,000</a:t>
            </a:r>
            <a:r>
              <a:rPr lang="ko-KR" altLang="en-US" sz="2000" b="1">
                <a:latin typeface="+mn-ea"/>
                <a:ea typeface="+mn-ea"/>
              </a:rPr>
              <a:t>원 초과</a:t>
            </a:r>
            <a:endParaRPr lang="en-US" altLang="ko-KR" sz="20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0" name="그룹 146">
            <a:extLst>
              <a:ext uri="{FF2B5EF4-FFF2-40B4-BE49-F238E27FC236}">
                <a16:creationId xmlns:a16="http://schemas.microsoft.com/office/drawing/2014/main" id="{63E1E6AD-F610-4CF2-8181-37A8BF15A6D0}"/>
              </a:ext>
            </a:extLst>
          </p:cNvPr>
          <p:cNvGrpSpPr/>
          <p:nvPr/>
        </p:nvGrpSpPr>
        <p:grpSpPr>
          <a:xfrm>
            <a:off x="200472" y="763327"/>
            <a:ext cx="360040" cy="362179"/>
            <a:chOff x="272486" y="1305522"/>
            <a:chExt cx="292100" cy="292100"/>
          </a:xfrm>
        </p:grpSpPr>
        <p:pic>
          <p:nvPicPr>
            <p:cNvPr id="11" name="Picture 17" descr="shadow_1_m">
              <a:extLst>
                <a:ext uri="{FF2B5EF4-FFF2-40B4-BE49-F238E27FC236}">
                  <a16:creationId xmlns:a16="http://schemas.microsoft.com/office/drawing/2014/main" id="{BB63C75A-4F97-4D2E-80A8-4146E6CDFC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10800000" flipV="1">
              <a:off x="272486" y="1305522"/>
              <a:ext cx="292100" cy="292100"/>
            </a:xfrm>
            <a:prstGeom prst="rect">
              <a:avLst/>
            </a:prstGeom>
            <a:noFill/>
          </p:spPr>
        </p:pic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1FBB83A2-8943-4CE6-9E36-63847006423F}"/>
                </a:ext>
              </a:extLst>
            </p:cNvPr>
            <p:cNvSpPr>
              <a:spLocks noChangeArrowheads="1"/>
            </p:cNvSpPr>
            <p:nvPr/>
          </p:nvSpPr>
          <p:spPr bwMode="gray">
            <a:xfrm rot="10723978" flipH="1" flipV="1">
              <a:off x="320351" y="1353387"/>
              <a:ext cx="196370" cy="19514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5875" algn="ctr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87769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97" b="1" i="0" u="none" strike="noStrike" kern="0" cap="none" spc="-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3" name="Picture 20" descr="Picture2">
              <a:extLst>
                <a:ext uri="{FF2B5EF4-FFF2-40B4-BE49-F238E27FC236}">
                  <a16:creationId xmlns:a16="http://schemas.microsoft.com/office/drawing/2014/main" id="{6918A9D3-4D3F-4501-9C87-E856B33C74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lum contrast="6000"/>
            </a:blip>
            <a:srcRect/>
            <a:stretch>
              <a:fillRect/>
            </a:stretch>
          </p:blipFill>
          <p:spPr bwMode="gray">
            <a:xfrm rot="10800000" flipV="1">
              <a:off x="348579" y="1366985"/>
              <a:ext cx="138686" cy="63820"/>
            </a:xfrm>
            <a:prstGeom prst="rect">
              <a:avLst/>
            </a:prstGeom>
            <a:noFill/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3492BB32-672F-4D6B-ABC8-E66ADDB69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160" y="1067282"/>
            <a:ext cx="2720648" cy="552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87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9C8EA3B-BD82-4CA4-8891-DB3B388B5779}"/>
              </a:ext>
            </a:extLst>
          </p:cNvPr>
          <p:cNvSpPr/>
          <p:nvPr/>
        </p:nvSpPr>
        <p:spPr>
          <a:xfrm>
            <a:off x="-243" y="94052"/>
            <a:ext cx="7405579" cy="453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‘25.2Q </a:t>
            </a:r>
            <a:r>
              <a:rPr kumimoji="1" lang="ko-KR" altLang="en-US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리딩퓨처 활동 사진</a:t>
            </a:r>
            <a:endParaRPr kumimoji="0" lang="en-US" altLang="ko-KR" sz="235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53B465-ECB5-42B6-8B85-9A354E280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9" y="836712"/>
            <a:ext cx="4104457" cy="46863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DA63161-F1AD-474F-AC23-C6ADA5258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960" y="1434396"/>
            <a:ext cx="5101748" cy="38164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F693CB-4EAF-4F80-B670-290228035CC2}"/>
              </a:ext>
            </a:extLst>
          </p:cNvPr>
          <p:cNvSpPr txBox="1"/>
          <p:nvPr/>
        </p:nvSpPr>
        <p:spPr>
          <a:xfrm>
            <a:off x="488504" y="5731650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’25.2Q: </a:t>
            </a:r>
            <a:r>
              <a:rPr lang="ko-KR" altLang="en-US"/>
              <a:t>사피엔스</a:t>
            </a:r>
            <a:r>
              <a:rPr lang="en-US" altLang="ko-KR"/>
              <a:t>, </a:t>
            </a:r>
            <a:r>
              <a:rPr lang="ko-KR" altLang="en-US"/>
              <a:t>오리엔트 특급살인</a:t>
            </a:r>
          </a:p>
        </p:txBody>
      </p:sp>
    </p:spTree>
    <p:extLst>
      <p:ext uri="{BB962C8B-B14F-4D97-AF65-F5344CB8AC3E}">
        <p14:creationId xmlns:p14="http://schemas.microsoft.com/office/powerpoint/2010/main" val="2490442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D891ADA-40A8-44C1-8F8F-D264C56950F6}"/>
              </a:ext>
            </a:extLst>
          </p:cNvPr>
          <p:cNvSpPr/>
          <p:nvPr/>
        </p:nvSpPr>
        <p:spPr>
          <a:xfrm>
            <a:off x="-243" y="94052"/>
            <a:ext cx="7405579" cy="453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‘25.2Q </a:t>
            </a:r>
            <a:r>
              <a:rPr kumimoji="1" lang="ko-KR" altLang="en-US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리딩퓨처 영수증</a:t>
            </a:r>
            <a:endParaRPr kumimoji="0" lang="en-US" altLang="ko-KR" sz="235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E8C9440B-B6EC-428A-9340-1C5D9925E7F2}"/>
              </a:ext>
            </a:extLst>
          </p:cNvPr>
          <p:cNvSpPr txBox="1"/>
          <p:nvPr/>
        </p:nvSpPr>
        <p:spPr>
          <a:xfrm>
            <a:off x="560512" y="762565"/>
            <a:ext cx="9444416" cy="362179"/>
          </a:xfrm>
          <a:prstGeom prst="rect">
            <a:avLst/>
          </a:prstGeom>
          <a:noFill/>
        </p:spPr>
        <p:txBody>
          <a:bodyPr wrap="square" lIns="53876" tIns="26938" rIns="53876" bIns="26938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>
              <a:spcBef>
                <a:spcPts val="355"/>
              </a:spcBef>
              <a:defRPr/>
            </a:pPr>
            <a:r>
              <a:rPr lang="ko-KR" altLang="en-US" sz="2000" b="1">
                <a:latin typeface="+mn-ea"/>
                <a:ea typeface="+mn-ea"/>
              </a:rPr>
              <a:t>사용금액 합계</a:t>
            </a:r>
            <a:r>
              <a:rPr lang="en-US" altLang="ko-KR" sz="2000" b="1">
                <a:latin typeface="+mn-ea"/>
                <a:ea typeface="+mn-ea"/>
              </a:rPr>
              <a:t>: 210,000</a:t>
            </a:r>
            <a:r>
              <a:rPr lang="ko-KR" altLang="en-US" sz="2000" b="1">
                <a:latin typeface="+mn-ea"/>
                <a:ea typeface="+mn-ea"/>
              </a:rPr>
              <a:t>원 초과</a:t>
            </a:r>
            <a:endParaRPr lang="en-US" altLang="ko-KR" sz="20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0" name="그룹 146">
            <a:extLst>
              <a:ext uri="{FF2B5EF4-FFF2-40B4-BE49-F238E27FC236}">
                <a16:creationId xmlns:a16="http://schemas.microsoft.com/office/drawing/2014/main" id="{63E1E6AD-F610-4CF2-8181-37A8BF15A6D0}"/>
              </a:ext>
            </a:extLst>
          </p:cNvPr>
          <p:cNvGrpSpPr/>
          <p:nvPr/>
        </p:nvGrpSpPr>
        <p:grpSpPr>
          <a:xfrm>
            <a:off x="200472" y="763327"/>
            <a:ext cx="360040" cy="362179"/>
            <a:chOff x="272486" y="1305522"/>
            <a:chExt cx="292100" cy="292100"/>
          </a:xfrm>
        </p:grpSpPr>
        <p:pic>
          <p:nvPicPr>
            <p:cNvPr id="11" name="Picture 17" descr="shadow_1_m">
              <a:extLst>
                <a:ext uri="{FF2B5EF4-FFF2-40B4-BE49-F238E27FC236}">
                  <a16:creationId xmlns:a16="http://schemas.microsoft.com/office/drawing/2014/main" id="{BB63C75A-4F97-4D2E-80A8-4146E6CDFC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10800000" flipV="1">
              <a:off x="272486" y="1305522"/>
              <a:ext cx="292100" cy="292100"/>
            </a:xfrm>
            <a:prstGeom prst="rect">
              <a:avLst/>
            </a:prstGeom>
            <a:noFill/>
          </p:spPr>
        </p:pic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1FBB83A2-8943-4CE6-9E36-63847006423F}"/>
                </a:ext>
              </a:extLst>
            </p:cNvPr>
            <p:cNvSpPr>
              <a:spLocks noChangeArrowheads="1"/>
            </p:cNvSpPr>
            <p:nvPr/>
          </p:nvSpPr>
          <p:spPr bwMode="gray">
            <a:xfrm rot="10723978" flipH="1" flipV="1">
              <a:off x="320351" y="1353387"/>
              <a:ext cx="196370" cy="19514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5875" algn="ctr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87769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97" b="1" i="0" u="none" strike="noStrike" kern="0" cap="none" spc="-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3" name="Picture 20" descr="Picture2">
              <a:extLst>
                <a:ext uri="{FF2B5EF4-FFF2-40B4-BE49-F238E27FC236}">
                  <a16:creationId xmlns:a16="http://schemas.microsoft.com/office/drawing/2014/main" id="{6918A9D3-4D3F-4501-9C87-E856B33C74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lum contrast="6000"/>
            </a:blip>
            <a:srcRect/>
            <a:stretch>
              <a:fillRect/>
            </a:stretch>
          </p:blipFill>
          <p:spPr bwMode="gray">
            <a:xfrm rot="10800000" flipV="1">
              <a:off x="348579" y="1366985"/>
              <a:ext cx="138686" cy="63820"/>
            </a:xfrm>
            <a:prstGeom prst="rect">
              <a:avLst/>
            </a:prstGeom>
            <a:noFill/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F76443CD-9290-4D48-91F5-249EF082FD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264" y="1202297"/>
            <a:ext cx="3501105" cy="539505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AE1B16B-BD45-4D9B-AFCE-31A3F6C535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976" y="1174631"/>
            <a:ext cx="2057667" cy="527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804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9C8EA3B-BD82-4CA4-8891-DB3B388B5779}"/>
              </a:ext>
            </a:extLst>
          </p:cNvPr>
          <p:cNvSpPr/>
          <p:nvPr/>
        </p:nvSpPr>
        <p:spPr>
          <a:xfrm>
            <a:off x="-243" y="94052"/>
            <a:ext cx="7405579" cy="453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‘25.1Q </a:t>
            </a:r>
            <a:r>
              <a:rPr kumimoji="1" lang="ko-KR" altLang="en-US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리딩퓨처 활동 사진</a:t>
            </a:r>
            <a:endParaRPr kumimoji="0" lang="en-US" altLang="ko-KR" sz="235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335A64-77BA-4705-9E50-9C1140CA3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0" y="836712"/>
            <a:ext cx="6162675" cy="4638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D6A70-60AF-44B8-96DB-5C7C00AF9E96}"/>
              </a:ext>
            </a:extLst>
          </p:cNvPr>
          <p:cNvSpPr txBox="1"/>
          <p:nvPr/>
        </p:nvSpPr>
        <p:spPr>
          <a:xfrm>
            <a:off x="488504" y="5731650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’25.1Q: </a:t>
            </a:r>
            <a:r>
              <a:rPr lang="ko-KR" altLang="en-US"/>
              <a:t>월급쟁이 부자로 은퇴하라 </a:t>
            </a:r>
            <a:r>
              <a:rPr lang="en-US" altLang="ko-KR"/>
              <a:t>, </a:t>
            </a:r>
            <a:r>
              <a:rPr lang="ko-KR" altLang="en-US"/>
              <a:t>물고기는 존재하지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3189571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D891ADA-40A8-44C1-8F8F-D264C56950F6}"/>
              </a:ext>
            </a:extLst>
          </p:cNvPr>
          <p:cNvSpPr/>
          <p:nvPr/>
        </p:nvSpPr>
        <p:spPr>
          <a:xfrm>
            <a:off x="-243" y="94052"/>
            <a:ext cx="7405579" cy="453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‘25.1Q </a:t>
            </a:r>
            <a:r>
              <a:rPr kumimoji="1" lang="ko-KR" altLang="en-US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리딩퓨처 영수증</a:t>
            </a:r>
            <a:endParaRPr kumimoji="0" lang="en-US" altLang="ko-KR" sz="235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E8C9440B-B6EC-428A-9340-1C5D9925E7F2}"/>
              </a:ext>
            </a:extLst>
          </p:cNvPr>
          <p:cNvSpPr txBox="1"/>
          <p:nvPr/>
        </p:nvSpPr>
        <p:spPr>
          <a:xfrm>
            <a:off x="560512" y="762565"/>
            <a:ext cx="9444416" cy="362179"/>
          </a:xfrm>
          <a:prstGeom prst="rect">
            <a:avLst/>
          </a:prstGeom>
          <a:noFill/>
        </p:spPr>
        <p:txBody>
          <a:bodyPr wrap="square" lIns="53876" tIns="26938" rIns="53876" bIns="26938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>
              <a:spcBef>
                <a:spcPts val="355"/>
              </a:spcBef>
              <a:defRPr/>
            </a:pPr>
            <a:r>
              <a:rPr lang="ko-KR" altLang="en-US" sz="2000" b="1">
                <a:latin typeface="+mn-ea"/>
                <a:ea typeface="+mn-ea"/>
              </a:rPr>
              <a:t>사용금액 합계</a:t>
            </a:r>
            <a:r>
              <a:rPr lang="en-US" altLang="ko-KR" sz="2000" b="1">
                <a:latin typeface="+mn-ea"/>
                <a:ea typeface="+mn-ea"/>
              </a:rPr>
              <a:t>: 180,000</a:t>
            </a:r>
            <a:r>
              <a:rPr lang="ko-KR" altLang="en-US" sz="2000" b="1">
                <a:latin typeface="+mn-ea"/>
                <a:ea typeface="+mn-ea"/>
              </a:rPr>
              <a:t>원 초과</a:t>
            </a:r>
            <a:endParaRPr lang="en-US" altLang="ko-KR" sz="20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0" name="그룹 146">
            <a:extLst>
              <a:ext uri="{FF2B5EF4-FFF2-40B4-BE49-F238E27FC236}">
                <a16:creationId xmlns:a16="http://schemas.microsoft.com/office/drawing/2014/main" id="{63E1E6AD-F610-4CF2-8181-37A8BF15A6D0}"/>
              </a:ext>
            </a:extLst>
          </p:cNvPr>
          <p:cNvGrpSpPr/>
          <p:nvPr/>
        </p:nvGrpSpPr>
        <p:grpSpPr>
          <a:xfrm>
            <a:off x="200472" y="763327"/>
            <a:ext cx="360040" cy="362179"/>
            <a:chOff x="272486" y="1305522"/>
            <a:chExt cx="292100" cy="292100"/>
          </a:xfrm>
        </p:grpSpPr>
        <p:pic>
          <p:nvPicPr>
            <p:cNvPr id="11" name="Picture 17" descr="shadow_1_m">
              <a:extLst>
                <a:ext uri="{FF2B5EF4-FFF2-40B4-BE49-F238E27FC236}">
                  <a16:creationId xmlns:a16="http://schemas.microsoft.com/office/drawing/2014/main" id="{BB63C75A-4F97-4D2E-80A8-4146E6CDFC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10800000" flipV="1">
              <a:off x="272486" y="1305522"/>
              <a:ext cx="292100" cy="292100"/>
            </a:xfrm>
            <a:prstGeom prst="rect">
              <a:avLst/>
            </a:prstGeom>
            <a:noFill/>
          </p:spPr>
        </p:pic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1FBB83A2-8943-4CE6-9E36-63847006423F}"/>
                </a:ext>
              </a:extLst>
            </p:cNvPr>
            <p:cNvSpPr>
              <a:spLocks noChangeArrowheads="1"/>
            </p:cNvSpPr>
            <p:nvPr/>
          </p:nvSpPr>
          <p:spPr bwMode="gray">
            <a:xfrm rot="10723978" flipH="1" flipV="1">
              <a:off x="320351" y="1353387"/>
              <a:ext cx="196370" cy="19514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5875" algn="ctr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87769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97" b="1" i="0" u="none" strike="noStrike" kern="0" cap="none" spc="-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3" name="Picture 20" descr="Picture2">
              <a:extLst>
                <a:ext uri="{FF2B5EF4-FFF2-40B4-BE49-F238E27FC236}">
                  <a16:creationId xmlns:a16="http://schemas.microsoft.com/office/drawing/2014/main" id="{6918A9D3-4D3F-4501-9C87-E856B33C74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lum contrast="6000"/>
            </a:blip>
            <a:srcRect/>
            <a:stretch>
              <a:fillRect/>
            </a:stretch>
          </p:blipFill>
          <p:spPr bwMode="gray">
            <a:xfrm rot="10800000" flipV="1">
              <a:off x="348579" y="1366985"/>
              <a:ext cx="138686" cy="63820"/>
            </a:xfrm>
            <a:prstGeom prst="rect">
              <a:avLst/>
            </a:prstGeom>
            <a:noFill/>
          </p:spPr>
        </p:pic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827DCD64-D017-49FB-900A-0478F02CF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12" y="1339589"/>
            <a:ext cx="2982472" cy="511374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D09EDFC-735F-4222-A2F9-2BE3E95DD3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0992" y="1432513"/>
            <a:ext cx="2664296" cy="464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474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9C8EA3B-BD82-4CA4-8891-DB3B388B5779}"/>
              </a:ext>
            </a:extLst>
          </p:cNvPr>
          <p:cNvSpPr/>
          <p:nvPr/>
        </p:nvSpPr>
        <p:spPr>
          <a:xfrm>
            <a:off x="-243" y="94052"/>
            <a:ext cx="7405579" cy="453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‘24.4Q </a:t>
            </a:r>
            <a:r>
              <a:rPr kumimoji="1" lang="ko-KR" altLang="en-US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리딩퓨처 활동 사진</a:t>
            </a:r>
            <a:endParaRPr kumimoji="0" lang="en-US" altLang="ko-KR" sz="235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834C672-0A15-41E8-9274-96E33DF2ED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953000" y="1290413"/>
            <a:ext cx="4831103" cy="392937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737A3AA-7C92-4642-90B4-B1911D88F3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80" y="1268760"/>
            <a:ext cx="4348900" cy="39726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8B23D5-3D23-467C-819E-87104811B69C}"/>
              </a:ext>
            </a:extLst>
          </p:cNvPr>
          <p:cNvSpPr txBox="1"/>
          <p:nvPr/>
        </p:nvSpPr>
        <p:spPr>
          <a:xfrm>
            <a:off x="488504" y="5731650"/>
            <a:ext cx="6624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’24.4Q: </a:t>
            </a:r>
            <a:r>
              <a:rPr lang="ko-KR" altLang="en-US"/>
              <a:t>여덟 단어</a:t>
            </a:r>
            <a:r>
              <a:rPr lang="en-US" altLang="ko-KR"/>
              <a:t>, </a:t>
            </a:r>
            <a:r>
              <a:rPr lang="ko-KR" altLang="en-US"/>
              <a:t>동물농장</a:t>
            </a:r>
          </a:p>
        </p:txBody>
      </p:sp>
    </p:spTree>
    <p:extLst>
      <p:ext uri="{BB962C8B-B14F-4D97-AF65-F5344CB8AC3E}">
        <p14:creationId xmlns:p14="http://schemas.microsoft.com/office/powerpoint/2010/main" val="962555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D891ADA-40A8-44C1-8F8F-D264C56950F6}"/>
              </a:ext>
            </a:extLst>
          </p:cNvPr>
          <p:cNvSpPr/>
          <p:nvPr/>
        </p:nvSpPr>
        <p:spPr>
          <a:xfrm>
            <a:off x="-243" y="94052"/>
            <a:ext cx="7405579" cy="453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‘24.4Q </a:t>
            </a:r>
            <a:r>
              <a:rPr kumimoji="1" lang="ko-KR" altLang="en-US" sz="2358" b="1">
                <a:solidFill>
                  <a:prstClr val="white"/>
                </a:solidFill>
                <a:latin typeface="HY헤드라인M" pitchFamily="18" charset="-127"/>
                <a:ea typeface="HY헤드라인M" pitchFamily="18" charset="-127"/>
                <a:cs typeface="+mn-cs"/>
              </a:rPr>
              <a:t>리딩퓨처 영수증</a:t>
            </a:r>
            <a:endParaRPr kumimoji="0" lang="en-US" altLang="ko-KR" sz="2358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DCF688-500B-49BE-84BA-8983BDFEB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266" y="1124744"/>
            <a:ext cx="2520280" cy="53709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655F6F1-53C6-435F-8E48-F439BC59E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063" y="1052736"/>
            <a:ext cx="2596367" cy="5442936"/>
          </a:xfrm>
          <a:prstGeom prst="rect">
            <a:avLst/>
          </a:prstGeom>
        </p:spPr>
      </p:pic>
      <p:sp>
        <p:nvSpPr>
          <p:cNvPr id="9" name="TextBox 3">
            <a:extLst>
              <a:ext uri="{FF2B5EF4-FFF2-40B4-BE49-F238E27FC236}">
                <a16:creationId xmlns:a16="http://schemas.microsoft.com/office/drawing/2014/main" id="{E8C9440B-B6EC-428A-9340-1C5D9925E7F2}"/>
              </a:ext>
            </a:extLst>
          </p:cNvPr>
          <p:cNvSpPr txBox="1"/>
          <p:nvPr/>
        </p:nvSpPr>
        <p:spPr>
          <a:xfrm>
            <a:off x="560512" y="762565"/>
            <a:ext cx="9444416" cy="362179"/>
          </a:xfrm>
          <a:prstGeom prst="rect">
            <a:avLst/>
          </a:prstGeom>
          <a:noFill/>
        </p:spPr>
        <p:txBody>
          <a:bodyPr wrap="square" lIns="53876" tIns="26938" rIns="53876" bIns="26938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>
              <a:spcBef>
                <a:spcPts val="355"/>
              </a:spcBef>
              <a:defRPr/>
            </a:pPr>
            <a:r>
              <a:rPr lang="ko-KR" altLang="en-US" sz="2000" b="1">
                <a:latin typeface="+mn-ea"/>
                <a:ea typeface="+mn-ea"/>
              </a:rPr>
              <a:t>사용금액 합계</a:t>
            </a:r>
            <a:r>
              <a:rPr lang="en-US" altLang="ko-KR" sz="2000" b="1">
                <a:latin typeface="+mn-ea"/>
                <a:ea typeface="+mn-ea"/>
              </a:rPr>
              <a:t>: 176,700</a:t>
            </a:r>
            <a:r>
              <a:rPr lang="ko-KR" altLang="en-US" sz="2000" b="1">
                <a:latin typeface="+mn-ea"/>
                <a:ea typeface="+mn-ea"/>
              </a:rPr>
              <a:t>원</a:t>
            </a:r>
            <a:endParaRPr lang="en-US" altLang="ko-KR" sz="20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10" name="그룹 146">
            <a:extLst>
              <a:ext uri="{FF2B5EF4-FFF2-40B4-BE49-F238E27FC236}">
                <a16:creationId xmlns:a16="http://schemas.microsoft.com/office/drawing/2014/main" id="{63E1E6AD-F610-4CF2-8181-37A8BF15A6D0}"/>
              </a:ext>
            </a:extLst>
          </p:cNvPr>
          <p:cNvGrpSpPr/>
          <p:nvPr/>
        </p:nvGrpSpPr>
        <p:grpSpPr>
          <a:xfrm>
            <a:off x="200472" y="763327"/>
            <a:ext cx="360040" cy="362179"/>
            <a:chOff x="272486" y="1305522"/>
            <a:chExt cx="292100" cy="292100"/>
          </a:xfrm>
        </p:grpSpPr>
        <p:pic>
          <p:nvPicPr>
            <p:cNvPr id="11" name="Picture 17" descr="shadow_1_m">
              <a:extLst>
                <a:ext uri="{FF2B5EF4-FFF2-40B4-BE49-F238E27FC236}">
                  <a16:creationId xmlns:a16="http://schemas.microsoft.com/office/drawing/2014/main" id="{BB63C75A-4F97-4D2E-80A8-4146E6CDFC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10800000" flipV="1">
              <a:off x="272486" y="1305522"/>
              <a:ext cx="292100" cy="292100"/>
            </a:xfrm>
            <a:prstGeom prst="rect">
              <a:avLst/>
            </a:prstGeom>
            <a:noFill/>
          </p:spPr>
        </p:pic>
        <p:sp>
          <p:nvSpPr>
            <p:cNvPr id="12" name="Oval 19">
              <a:extLst>
                <a:ext uri="{FF2B5EF4-FFF2-40B4-BE49-F238E27FC236}">
                  <a16:creationId xmlns:a16="http://schemas.microsoft.com/office/drawing/2014/main" id="{1FBB83A2-8943-4CE6-9E36-63847006423F}"/>
                </a:ext>
              </a:extLst>
            </p:cNvPr>
            <p:cNvSpPr>
              <a:spLocks noChangeArrowheads="1"/>
            </p:cNvSpPr>
            <p:nvPr/>
          </p:nvSpPr>
          <p:spPr bwMode="gray">
            <a:xfrm rot="10723978" flipH="1" flipV="1">
              <a:off x="320351" y="1353387"/>
              <a:ext cx="196370" cy="19514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5875" algn="ctr">
              <a:solidFill>
                <a:srgbClr val="FF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87769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97" b="1" i="0" u="none" strike="noStrike" kern="0" cap="none" spc="-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3" name="Picture 20" descr="Picture2">
              <a:extLst>
                <a:ext uri="{FF2B5EF4-FFF2-40B4-BE49-F238E27FC236}">
                  <a16:creationId xmlns:a16="http://schemas.microsoft.com/office/drawing/2014/main" id="{6918A9D3-4D3F-4501-9C87-E856B33C74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lum contrast="6000"/>
            </a:blip>
            <a:srcRect/>
            <a:stretch>
              <a:fillRect/>
            </a:stretch>
          </p:blipFill>
          <p:spPr bwMode="gray">
            <a:xfrm rot="10800000" flipV="1">
              <a:off x="348579" y="1366985"/>
              <a:ext cx="138686" cy="6382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007264414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10529</TotalTime>
  <Words>108</Words>
  <Application>Microsoft Office PowerPoint</Application>
  <PresentationFormat>A4 용지(210x297mm)</PresentationFormat>
  <Paragraphs>25</Paragraphs>
  <Slides>10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HY헤드라인M</vt:lpstr>
      <vt:lpstr>ヒラギノ角ゴ Pro W3</vt:lpstr>
      <vt:lpstr>맑은 고딕</vt:lpstr>
      <vt:lpstr>Arial</vt:lpstr>
      <vt:lpstr>3_Office 테마</vt:lpstr>
      <vt:lpstr>11_Office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kriss gim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kriss gim</dc:creator>
  <cp:lastModifiedBy>Administrator</cp:lastModifiedBy>
  <cp:revision>3242</cp:revision>
  <cp:lastPrinted>2024-02-06T02:17:51Z</cp:lastPrinted>
  <dcterms:created xsi:type="dcterms:W3CDTF">2010-09-30T02:09:05Z</dcterms:created>
  <dcterms:modified xsi:type="dcterms:W3CDTF">2026-01-02T00:09:24Z</dcterms:modified>
</cp:coreProperties>
</file>