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739" r:id="rId1"/>
  </p:sldMasterIdLst>
  <p:notesMasterIdLst>
    <p:notesMasterId r:id="rId2"/>
  </p:notesMasterIdLst>
  <p:handoutMasterIdLst>
    <p:handoutMasterId r:id="rId3"/>
  </p:handoutMasterIdLst>
  <p:sldIdLst>
    <p:sldId id="7292" r:id="rId4"/>
    <p:sldId id="7290" r:id="rId5"/>
    <p:sldId id="7288" r:id="rId6"/>
    <p:sldId id="7286" r:id="rId7"/>
    <p:sldId id="7285" r:id="rId8"/>
  </p:sldIdLst>
  <p:sldSz cx="9906000" cy="6858000" type="A4"/>
  <p:notesSz cx="6735763" cy="98663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/>
        <a:ea typeface="ヒラギノ角ゴ Pro W3"/>
        <a:cs typeface="ヒラギノ角ゴ Pro W3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/>
        <a:ea typeface="ヒラギノ角ゴ Pro W3"/>
        <a:cs typeface="ヒラギノ角ゴ Pro W3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/>
        <a:ea typeface="ヒラギノ角ゴ Pro W3"/>
        <a:cs typeface="ヒラギノ角ゴ Pro W3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/>
        <a:ea typeface="ヒラギノ角ゴ Pro W3"/>
        <a:cs typeface="ヒラギノ角ゴ Pro W3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/>
        <a:ea typeface="ヒラギノ角ゴ Pro W3"/>
        <a:cs typeface="ヒラギノ角ゴ Pro W3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/>
        <a:ea typeface="ヒラギノ角ゴ Pro W3"/>
        <a:cs typeface="ヒラギノ角ゴ Pro W3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/>
        <a:ea typeface="ヒラギノ角ゴ Pro W3"/>
        <a:cs typeface="ヒラギノ角ゴ Pro W3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/>
        <a:ea typeface="ヒラギノ角ゴ Pro W3"/>
        <a:cs typeface="ヒラギノ角ゴ Pro W3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/>
        <a:ea typeface="ヒラギノ角ゴ Pro W3"/>
        <a:cs typeface="ヒラギノ角ゴ Pro W3"/>
      </a:defRPr>
    </a:lvl9pPr>
  </p:defaultTextStyle>
  <p:extLst>
    <p:ext uri="{521415D9-36F7-43E2-AB2F-B90AF26B5E84}">
      <p14:sectionLst xmlns:p14="http://schemas.microsoft.com/office/powerpoint/2010/main">
        <p14:section id="{40D1A842-61B6-432F-B531-EE2A17E5B083}" name="'25.4Q">
          <p14:sldIdLst>
            <p14:sldId id="7292"/>
          </p14:sldIdLst>
        </p14:section>
        <p14:section id="{0109CA1C-8A85-42C9-AEB2-718C039F1CE1}" name="'25.3Q">
          <p14:sldIdLst>
            <p14:sldId id="7290"/>
          </p14:sldIdLst>
        </p14:section>
        <p14:section id="{748BF69E-FA4D-4343-8E02-D6172615FCC5}" name="'25.2Q">
          <p14:sldIdLst>
            <p14:sldId id="7288"/>
          </p14:sldIdLst>
        </p14:section>
        <p14:section id="{9F09B82A-DAE3-4B1B-94B1-15A508DCBBF9}" name="25.1Q">
          <p14:sldIdLst>
            <p14:sldId id="7286"/>
          </p14:sldIdLst>
        </p14:section>
        <p14:section id="{918C34C7-11F5-4365-9037-4C6C419F7DC2}" name="24.4Q">
          <p14:sldIdLst>
            <p14:sldId id="7285"/>
          </p14:sldIdLst>
        </p14:section>
      </p14:sectionLst>
    </p:ext>
  </p:extLst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Administrator" initials="A" lastIdx="1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3560" autoAdjust="0"/>
    <p:restoredTop sz="96370" autoAdjust="0"/>
  </p:normalViewPr>
  <p:slideViewPr>
    <p:cSldViewPr>
      <p:cViewPr varScale="1">
        <p:scale>
          <a:sx n="100" d="100"/>
          <a:sy n="100" d="100"/>
        </p:scale>
        <p:origin x="1632" y="522"/>
      </p:cViewPr>
      <p:guideLst>
        <p:guide orient="horz" pos="2159"/>
        <p:guide pos="3119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4008" y="90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handoutMaster" Target="handoutMasters/handout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commentAuthors" Target="commentAuthors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AFF14AA-52C4-4656-8A1E-4F6D3F4627C2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A941DB53-2015-49C0-AA6D-9C418818F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6176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189611E7-E1B9-4FDE-9195-39B62DAE9C19}" type="datetime1">
              <a:rPr lang="ko-KR" altLang="en-US" smtClean="0"/>
              <a:t>2026-01-02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6001881C-2660-46F2-9163-7E32FCB7FF2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41301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1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299" y="6356424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63" y="6356424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45288" y="188681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906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55384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theme" Target="../theme/theme1.xml"  /><Relationship Id="rId4" Type="http://schemas.openxmlformats.org/officeDocument/2006/relationships/image" Target="../media/image1.jpeg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4078957-CD6A-46E2-BE83-106B2CD75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45288" y="188676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4" name="Picture 2" descr="B3">
            <a:extLst>
              <a:ext uri="{FF2B5EF4-FFF2-40B4-BE49-F238E27FC236}">
                <a16:creationId xmlns:a16="http://schemas.microsoft.com/office/drawing/2014/main" id="{0FD68CC7-5D01-4C4E-9F70-C1E65CC982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/>
          <a:srcRect b="88292"/>
          <a:stretch>
            <a:fillRect/>
          </a:stretch>
        </p:blipFill>
        <p:spPr bwMode="auto">
          <a:xfrm flipH="1" flipV="1">
            <a:off x="4" y="-3175"/>
            <a:ext cx="9905995" cy="6238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59979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5" r:id="rId2"/>
  </p:sldLayoutIdLst>
  <p:hf hdr="0" ftr="0" dt="0"/>
  <p:txStyles>
    <p:titleStyle>
      <a:lvl1pPr algn="ctr" defTabSz="633039" rtl="0" eaLnBrk="1" latinLnBrk="1" hangingPunct="1">
        <a:spcBef>
          <a:spcPct val="0"/>
        </a:spcBef>
        <a:buNone/>
        <a:defRPr sz="30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7390" indent="-237390" algn="l" defTabSz="633039" rtl="0" eaLnBrk="1" latinLnBrk="1" hangingPunct="1">
        <a:spcBef>
          <a:spcPct val="20000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14344" indent="-197825" algn="l" defTabSz="633039" rtl="0" eaLnBrk="1" latinLnBrk="1" hangingPunct="1">
        <a:spcBef>
          <a:spcPct val="20000"/>
        </a:spcBef>
        <a:buFont typeface="Arial" pitchFamily="34" charset="0"/>
        <a:buChar char="–"/>
        <a:defRPr sz="1938" kern="1200">
          <a:solidFill>
            <a:schemeClr val="tx1"/>
          </a:solidFill>
          <a:latin typeface="+mn-lt"/>
          <a:ea typeface="+mn-ea"/>
          <a:cs typeface="+mn-cs"/>
        </a:defRPr>
      </a:lvl2pPr>
      <a:lvl3pPr marL="791299" indent="-158260" algn="l" defTabSz="633039" rtl="0" eaLnBrk="1" latinLnBrk="1" hangingPunct="1">
        <a:spcBef>
          <a:spcPct val="20000"/>
        </a:spcBef>
        <a:buFont typeface="Arial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107818" indent="-158260" algn="l" defTabSz="633039" rtl="0" eaLnBrk="1" latinLnBrk="1" hangingPunct="1">
        <a:spcBef>
          <a:spcPct val="20000"/>
        </a:spcBef>
        <a:buFont typeface="Arial" pitchFamily="34" charset="0"/>
        <a:buChar char="–"/>
        <a:defRPr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24338" indent="-158260" algn="l" defTabSz="633039" rtl="0" eaLnBrk="1" latinLnBrk="1" hangingPunct="1">
        <a:spcBef>
          <a:spcPct val="20000"/>
        </a:spcBef>
        <a:buFont typeface="Arial" pitchFamily="34" charset="0"/>
        <a:buChar char="»"/>
        <a:defRPr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40858" indent="-158260" algn="l" defTabSz="633039" rtl="0" eaLnBrk="1" latinLnBrk="1" hangingPunct="1">
        <a:spcBef>
          <a:spcPct val="20000"/>
        </a:spcBef>
        <a:buFont typeface="Arial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7" indent="-158260" algn="l" defTabSz="633039" rtl="0" eaLnBrk="1" latinLnBrk="1" hangingPunct="1">
        <a:spcBef>
          <a:spcPct val="20000"/>
        </a:spcBef>
        <a:buFont typeface="Arial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373897" indent="-158260" algn="l" defTabSz="633039" rtl="0" eaLnBrk="1" latinLnBrk="1" hangingPunct="1">
        <a:spcBef>
          <a:spcPct val="20000"/>
        </a:spcBef>
        <a:buFont typeface="Arial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690416" indent="-158260" algn="l" defTabSz="633039" rtl="0" eaLnBrk="1" latinLnBrk="1" hangingPunct="1">
        <a:spcBef>
          <a:spcPct val="20000"/>
        </a:spcBef>
        <a:buFont typeface="Arial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1pPr>
      <a:lvl2pPr marL="316520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2pPr>
      <a:lvl3pPr marL="633039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3pPr>
      <a:lvl4pPr marL="949559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4pPr>
      <a:lvl5pPr marL="1266078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5pPr>
      <a:lvl6pPr marL="1582598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6pPr>
      <a:lvl7pPr marL="1899117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7pPr>
      <a:lvl8pPr marL="2215637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8pPr>
      <a:lvl9pPr marL="2532156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jpeg"  /><Relationship Id="rId3" Type="http://schemas.openxmlformats.org/officeDocument/2006/relationships/image" Target="../media/image9.jpe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9C8EA3B-BD82-4CA4-8891-DB3B388B5779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‘25.4Q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활동 사진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74CAA3-4EAD-4BA4-9810-7914EAB9D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471"/>
            <a:ext cx="9906000" cy="55870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ABBFF7-ADB4-40D5-A2CB-0B9921D34235}"/>
              </a:ext>
            </a:extLst>
          </p:cNvPr>
          <p:cNvSpPr txBox="1"/>
          <p:nvPr/>
        </p:nvSpPr>
        <p:spPr>
          <a:xfrm>
            <a:off x="200472" y="6310280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’25.4Q: </a:t>
            </a:r>
            <a:r>
              <a:rPr lang="ko-KR" altLang="en-US"/>
              <a:t>각자선택</a:t>
            </a:r>
          </a:p>
        </p:txBody>
      </p:sp>
    </p:spTree>
    <p:extLst>
      <p:ext uri="{BB962C8B-B14F-4D97-AF65-F5344CB8AC3E}">
        <p14:creationId xmlns:p14="http://schemas.microsoft.com/office/powerpoint/2010/main" val="253854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9C8EA3B-BD82-4CA4-8891-DB3B388B5779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‘25.3Q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활동 사진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7DA304F-CA3F-42A2-A0CA-4A6C5C0E1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59" y="764703"/>
            <a:ext cx="5152400" cy="373669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61BB6-1F16-4BBF-9F52-DA6844440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080" y="1660699"/>
            <a:ext cx="3744416" cy="28406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2EC010-BD74-43DA-90EA-C0D71E419B55}"/>
              </a:ext>
            </a:extLst>
          </p:cNvPr>
          <p:cNvSpPr txBox="1"/>
          <p:nvPr/>
        </p:nvSpPr>
        <p:spPr>
          <a:xfrm>
            <a:off x="488504" y="5731650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’25.3Q:</a:t>
            </a:r>
            <a:r>
              <a:rPr lang="ko-KR" altLang="en-US"/>
              <a:t>어느 작가의 오후</a:t>
            </a:r>
          </a:p>
        </p:txBody>
      </p:sp>
    </p:spTree>
    <p:extLst>
      <p:ext uri="{BB962C8B-B14F-4D97-AF65-F5344CB8AC3E}">
        <p14:creationId xmlns:p14="http://schemas.microsoft.com/office/powerpoint/2010/main" val="217082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9C8EA3B-BD82-4CA4-8891-DB3B388B5779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‘25.2Q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활동 사진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53B465-ECB5-42B6-8B85-9A354E280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9" y="836712"/>
            <a:ext cx="4104457" cy="4686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DA63161-F1AD-474F-AC23-C6ADA5258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960" y="1434396"/>
            <a:ext cx="5101748" cy="38164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F693CB-4EAF-4F80-B670-290228035CC2}"/>
              </a:ext>
            </a:extLst>
          </p:cNvPr>
          <p:cNvSpPr txBox="1"/>
          <p:nvPr/>
        </p:nvSpPr>
        <p:spPr>
          <a:xfrm>
            <a:off x="488504" y="5731650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’25.2Q: </a:t>
            </a:r>
            <a:r>
              <a:rPr lang="ko-KR" altLang="en-US"/>
              <a:t>사피엔스</a:t>
            </a:r>
            <a:r>
              <a:rPr lang="en-US" altLang="ko-KR"/>
              <a:t>, </a:t>
            </a:r>
            <a:r>
              <a:rPr lang="ko-KR" altLang="en-US"/>
              <a:t>오리엔트 특급살인</a:t>
            </a:r>
          </a:p>
        </p:txBody>
      </p:sp>
    </p:spTree>
    <p:extLst>
      <p:ext uri="{BB962C8B-B14F-4D97-AF65-F5344CB8AC3E}">
        <p14:creationId xmlns:p14="http://schemas.microsoft.com/office/powerpoint/2010/main" val="2490442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9C8EA3B-BD82-4CA4-8891-DB3B388B5779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‘25.1Q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활동 사진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335A64-77BA-4705-9E50-9C1140CA3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836712"/>
            <a:ext cx="6162675" cy="4638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D6A70-60AF-44B8-96DB-5C7C00AF9E96}"/>
              </a:ext>
            </a:extLst>
          </p:cNvPr>
          <p:cNvSpPr txBox="1"/>
          <p:nvPr/>
        </p:nvSpPr>
        <p:spPr>
          <a:xfrm>
            <a:off x="488504" y="5731650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’25.1Q: </a:t>
            </a:r>
            <a:r>
              <a:rPr lang="ko-KR" altLang="en-US"/>
              <a:t>월급쟁이 부자로 은퇴하라 </a:t>
            </a:r>
            <a:r>
              <a:rPr lang="en-US" altLang="ko-KR"/>
              <a:t>, </a:t>
            </a:r>
            <a:r>
              <a:rPr lang="ko-KR" altLang="en-US"/>
              <a:t>물고기는 존재하지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3189571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9C8EA3B-BD82-4CA4-8891-DB3B388B5779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‘24.4Q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활동 사진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834C672-0A15-41E8-9274-96E33DF2ED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953000" y="1290413"/>
            <a:ext cx="4831103" cy="39293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737A3AA-7C92-4642-90B4-B1911D88F3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0" y="1268760"/>
            <a:ext cx="4348900" cy="39726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8B23D5-3D23-467C-819E-87104811B69C}"/>
              </a:ext>
            </a:extLst>
          </p:cNvPr>
          <p:cNvSpPr txBox="1"/>
          <p:nvPr/>
        </p:nvSpPr>
        <p:spPr>
          <a:xfrm>
            <a:off x="488504" y="5731650"/>
            <a:ext cx="6624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’24.4Q: </a:t>
            </a:r>
            <a:r>
              <a:rPr lang="ko-KR" altLang="en-US"/>
              <a:t>여덟 단어</a:t>
            </a:r>
            <a:r>
              <a:rPr lang="en-US" altLang="ko-KR"/>
              <a:t>, </a:t>
            </a:r>
            <a:r>
              <a:rPr lang="ko-KR" altLang="en-US"/>
              <a:t>동물농장</a:t>
            </a:r>
          </a:p>
        </p:txBody>
      </p:sp>
    </p:spTree>
    <p:extLst>
      <p:ext uri="{BB962C8B-B14F-4D97-AF65-F5344CB8AC3E}">
        <p14:creationId xmlns:p14="http://schemas.microsoft.com/office/powerpoint/2010/main" val="96255558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kriss gim</ep:Company>
  <ep:Words>41</ep:Words>
  <ep:PresentationFormat>A4 용지(210x297mm)</ep:PresentationFormat>
  <ep:Paragraphs>10</ep:Paragraphs>
  <ep:Slides>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3_Office 테마</vt:lpstr>
      <vt:lpstr>슬라이드 1</vt:lpstr>
      <vt:lpstr>슬라이드 2</vt:lpstr>
      <vt:lpstr>슬라이드 3</vt:lpstr>
      <vt:lpstr>슬라이드 4</vt:lpstr>
      <vt:lpstr>슬라이드 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2010-09-30T02:09:05.000</dcterms:created>
  <dc:creator>kriss gim</dc:creator>
  <cp:lastModifiedBy>rhks1</cp:lastModifiedBy>
  <dcterms:modified xsi:type="dcterms:W3CDTF">2026-01-03T05:57:37.716</dcterms:modified>
  <cp:revision>3243</cp:revision>
  <dc:title>PowerPoint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